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-hackathon-delta.vercel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280160"/>
            <a:ext cx="3840480" cy="3840480"/>
          </a:xfrm>
          <a:prstGeom prst="ellipse">
            <a:avLst/>
          </a:prstGeom>
          <a:solidFill>
            <a:srgbClr val="005F73">
              <a:alpha val="38000"/>
            </a:srgbClr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274320"/>
            <a:ext cx="2194560" cy="2194560"/>
          </a:xfrm>
          <a:prstGeom prst="ellipse">
            <a:avLst/>
          </a:prstGeom>
          <a:solidFill>
            <a:srgbClr val="00C9A7">
              <a:alpha val="26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-182880"/>
            <a:ext cx="1097280" cy="1097280"/>
          </a:xfrm>
          <a:prstGeom prst="ellipse">
            <a:avLst/>
          </a:prstGeom>
          <a:solidFill>
            <a:srgbClr val="4ECDC4">
              <a:alpha val="44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822960" y="3657600"/>
            <a:ext cx="2560320" cy="2560320"/>
          </a:xfrm>
          <a:prstGeom prst="ellipse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754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7315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Magic Hands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78308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Right Resource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585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recuperative care clients to verified community resources in Orange County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52928"/>
            <a:ext cx="438912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9718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3697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Chandu Siram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23697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Erina Huang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033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Freddie Jiang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37033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George Rivas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4754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Hackathon  ·  October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236"/>
          </a:solidFill>
          <a:ln w="12700">
            <a:solidFill>
              <a:srgbClr val="0B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0D3A52">
              <a:alpha val="55000"/>
            </a:srgbClr>
          </a:solidFill>
          <a:ln w="12700">
            <a:solidFill>
              <a:srgbClr val="0D3A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023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8368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Clients leave without a clear next step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County has programs for most needs — but three barriers stand between a client and the right door.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3794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1874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fit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2157984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struggle to identify which programs match their situation, confirm eligibility, and make the first call — all at once.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79806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834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coverage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261872" y="3118104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 and employment are documented. Microloans and travel home have almost no public resources — 211OC lists neither category.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5818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794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availability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4078224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may be full, waitlisted, or closed with no real-time public source. A wrong answer sends someone to a locked door.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4754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Hackathon  ·  October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002920">
              <a:alpha val="50000"/>
            </a:srgbClr>
          </a:solidFill>
          <a:ln w="12700">
            <a:solidFill>
              <a:srgbClr val="0029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DOOR PLANNER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0350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&amp; Workflow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578608" cy="2487168"/>
          </a:xfrm>
          <a:prstGeom prst="rect">
            <a:avLst/>
          </a:prstGeom>
          <a:solidFill>
            <a:srgbClr val="10203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5087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280160" y="1490472"/>
            <a:ext cx="896112" cy="228600"/>
          </a:xfrm>
          <a:prstGeom prst="rect">
            <a:avLst/>
          </a:prstGeom>
          <a:solidFill>
            <a:srgbClr val="00291F"/>
          </a:solidFill>
          <a:ln w="12700">
            <a:solidFill>
              <a:srgbClr val="0029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1490472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Navigator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377440"/>
            <a:ext cx="22860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client context and builds a personalized, plain-language plan: who to call, when, and what to bring.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91256" y="1325880"/>
            <a:ext cx="2578608" cy="2487168"/>
          </a:xfrm>
          <a:prstGeom prst="rect">
            <a:avLst/>
          </a:prstGeom>
          <a:solidFill>
            <a:srgbClr val="10203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55848" y="15087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014216" y="1490472"/>
            <a:ext cx="896112" cy="228600"/>
          </a:xfrm>
          <a:prstGeom prst="rect">
            <a:avLst/>
          </a:prstGeom>
          <a:solidFill>
            <a:srgbClr val="2A1800"/>
          </a:solidFill>
          <a:ln w="12700">
            <a:solidFill>
              <a:srgbClr val="2A18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14216" y="1490472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650" dirty="0"/>
          </a:p>
        </p:txBody>
      </p:sp>
      <p:sp>
        <p:nvSpPr>
          <p:cNvPr id="16" name="Text 14"/>
          <p:cNvSpPr txBox="1"/>
          <p:nvPr/>
        </p:nvSpPr>
        <p:spPr>
          <a:xfrm>
            <a:off x="3355848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Management Optimizer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355848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Tracks pipeline &amp; open resource gaps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355848" y="27797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Forecasts care manager workload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355848" y="3182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Surfaces risk signals for leadership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25312" y="1325880"/>
            <a:ext cx="2578608" cy="2487168"/>
          </a:xfrm>
          <a:prstGeom prst="rect">
            <a:avLst/>
          </a:prstGeom>
          <a:solidFill>
            <a:srgbClr val="10203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89904" y="15087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748272" y="1490472"/>
            <a:ext cx="896112" cy="228600"/>
          </a:xfrm>
          <a:prstGeom prst="rect">
            <a:avLst/>
          </a:prstGeom>
          <a:solidFill>
            <a:srgbClr val="0E1F30"/>
          </a:solidFill>
          <a:ln w="12700">
            <a:solidFill>
              <a:srgbClr val="0E1F3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48272" y="1490472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6D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650" dirty="0"/>
          </a:p>
        </p:txBody>
      </p:sp>
      <p:sp>
        <p:nvSpPr>
          <p:cNvPr id="24" name="Text 22"/>
          <p:cNvSpPr txBox="1"/>
          <p:nvPr/>
        </p:nvSpPr>
        <p:spPr>
          <a:xfrm>
            <a:off x="6089904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Shelter Collaborator Proposal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089904" y="2377440"/>
            <a:ext cx="22860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shelter operators to share live availability — so referrals land on an open door, not a phone that doesn't answer.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977640"/>
            <a:ext cx="658368" cy="246888"/>
          </a:xfrm>
          <a:prstGeom prst="rect">
            <a:avLst/>
          </a:prstGeom>
          <a:solidFill>
            <a:srgbClr val="00291F"/>
          </a:solidFill>
          <a:ln w="12700">
            <a:solidFill>
              <a:srgbClr val="0029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397764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650" dirty="0"/>
          </a:p>
        </p:txBody>
      </p:sp>
      <p:sp>
        <p:nvSpPr>
          <p:cNvPr id="28" name="Text 26"/>
          <p:cNvSpPr txBox="1"/>
          <p:nvPr/>
        </p:nvSpPr>
        <p:spPr>
          <a:xfrm>
            <a:off x="1225296" y="39959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Demo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2249424" y="399592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2468880" y="399592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Open Next Door Plann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claude-hackathon-delta.vercel.app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4754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Hackathon  ·  October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gic Hands">
  <a:themeElements>
    <a:clrScheme name="Magic Hands">
      <a:dk1>
        <a:srgbClr val="0D1B2A"/>
      </a:dk1>
      <a:lt1>
        <a:srgbClr val="FFFFFF"/>
      </a:lt1>
      <a:dk2>
        <a:srgbClr val="1A3A5C"/>
      </a:dk2>
      <a:lt2>
        <a:srgbClr val="F0F4F8"/>
      </a:lt2>
      <a:accent1>
        <a:srgbClr val="00C9A7"/>
      </a:accent1>
      <a:accent2>
        <a:srgbClr val="4ECDC4"/>
      </a:accent2>
      <a:accent3>
        <a:srgbClr val="A8DADC"/>
      </a:accent3>
      <a:accent4>
        <a:srgbClr val="FFE66D"/>
      </a:accent4>
      <a:accent5>
        <a:srgbClr val="A8DADC"/>
      </a:accent5>
      <a:accent6>
        <a:srgbClr val="457B9D"/>
      </a:accent6>
      <a:hlink>
        <a:srgbClr val="00C9A7"/>
      </a:hlink>
      <a:folHlink>
        <a:srgbClr val="4ECDC4"/>
      </a:folHlink>
    </a:clrScheme>
    <a:fontScheme name="Magic Hands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Magic Hands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Next Door Planner — Demo</dc:subject>
  <dc:creator>Jiaying</dc:creator>
  <cp:lastModifiedBy>Jiaying</cp:lastModifiedBy>
  <cp:revision>1</cp:revision>
  <dcterms:created xsi:type="dcterms:W3CDTF">2026-10-17T23:36:06Z</dcterms:created>
  <dcterms:modified xsi:type="dcterms:W3CDTF">2026-10-17T23:36:06Z</dcterms:modified>
</cp:coreProperties>
</file>